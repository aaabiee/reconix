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RECONIX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Identity Reborn, Secure by Design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National SIM-NIN-BVN Reconciliation Platform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[Organization Name] | March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The Problem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201168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180+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Days before SIM recycling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2011680"/>
          </a:xfrm>
          <a:prstGeom prst="round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2.4M+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9184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Citizens affected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2560320" cy="2011680"/>
          </a:xfrm>
          <a:prstGeom prst="round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₦8.2B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2648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Annual fraud losses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Recycled SIM cards linked to old NIN/BVN records create identity conflicts, enabling fraud and compromising database integrity across the financial system.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How It Happens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1645920" cy="91440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SIM Deactivated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0" y="2057400"/>
            <a:ext cx="822960" cy="45720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0" y="1645920"/>
            <a:ext cx="1645920" cy="91440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Number Recycled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54880" y="2057400"/>
            <a:ext cx="822960" cy="45720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1645920"/>
            <a:ext cx="1645920" cy="91440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Old NIN/BVN Still Linked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766560" y="2057400"/>
            <a:ext cx="822960" cy="45720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1645920"/>
            <a:ext cx="1645920" cy="914400"/>
          </a:xfrm>
          <a:prstGeom prst="roundRect">
            <a:avLst/>
          </a:prstGeom>
          <a:solidFill>
            <a:srgbClr val="E63946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Identity Conflict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40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Customer inactive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2608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Assigned to new user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Database not updated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4944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Fraud risk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Each step represents a failure point in identity management systems, creating windows for fraud and data integrity issues.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Impact on Stakeholders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210312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Citizens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Cannot link new NIN, receive others' OTPs, identity theft risk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0" y="1280160"/>
            <a:ext cx="3931920" cy="2103120"/>
          </a:xfrm>
          <a:prstGeom prst="round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Banks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46320" y="21031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Fraud risk, wrong account access, regulatory non-compliance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3931920" cy="2103120"/>
          </a:xfrm>
          <a:prstGeom prst="round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Government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Identity database integrity compromised, policy ineffectiveness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0" y="3749040"/>
            <a:ext cx="3931920" cy="2103120"/>
          </a:xfrm>
          <a:prstGeom prst="roundRect">
            <a:avLst/>
          </a:prstGeom>
          <a:solidFill>
            <a:srgbClr val="F77F00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Telecom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46320" y="45720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Customer complaints, regulatory penalties, reputational damage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RECONIX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Automated Identity Reconciliation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645920" cy="2560320"/>
          </a:xfrm>
          <a:prstGeom prst="round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38328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Detect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Recycled SIMs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560320" y="2743200"/>
            <a:ext cx="1645920" cy="2560320"/>
          </a:xfrm>
          <a:prstGeom prst="round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338328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Identify Stale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Linkages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89120" y="2743200"/>
            <a:ext cx="1645920" cy="2560320"/>
          </a:xfrm>
          <a:prstGeom prst="round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338328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Automate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Delinking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1645920" cy="2560320"/>
          </a:xfrm>
          <a:prstGeom prst="round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338328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Notify All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Parties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How Reconix Works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280160" cy="109728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8288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Telecom APIs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103120" y="1965960"/>
            <a:ext cx="64008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1645920"/>
            <a:ext cx="1280160" cy="1097280"/>
          </a:xfrm>
          <a:prstGeom prst="round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8288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Reconix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Engine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0" y="1965960"/>
            <a:ext cx="64008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0" y="1645920"/>
            <a:ext cx="1280160" cy="109728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18288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Integrations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040880" y="1965960"/>
            <a:ext cx="64008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0" y="1645920"/>
            <a:ext cx="1280160" cy="109728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0" y="18288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Notification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1520" y="2834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SIM Data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00400" y="2834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Analysis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&amp; Matching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69280" y="2834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NIMC, NIBSS,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Banks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98080" y="2834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Email, SMS,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Dashboard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1828800"/>
          </a:xfrm>
          <a:prstGeom prst="rect">
            <a:avLst/>
          </a:prstGeom>
          <a:solidFill>
            <a:srgbClr val="F0F7FA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0624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Reconix integrates with telecom operators' SIM management systems in real-time. It automatically detects SIM recycling events, matches them against NIN/BVN records across NIMC, NIBSS, and participating banks. Upon detection of stale linkages, the platform triggers automatic delink workflows and notifies all affected parties through multiple channels.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Key Features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Real-time SIM Recycling Detection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Instant notification when SIM cards are recycled and reassigned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Automated NIN/BVN Delink Workflow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One-click delink process across all databases without manual intervention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Multi-channel Notification System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SMS, email, and dashboard alerts to all stakeholders simultaneously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937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Comprehensive Audit Trail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1520" y="5303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Immutable record of all actions for regulatory compliance and forensics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Technology Stack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645920"/>
          </a:xfrm>
          <a:prstGeom prst="round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FastAPI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Backend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Scalable, secure, high-performance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3931920" cy="1645920"/>
          </a:xfrm>
          <a:prstGeom prst="round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463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Next.js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Frontend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Modern, responsive, real-time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3931920" cy="1645920"/>
          </a:xfrm>
          <a:prstGeom prst="round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383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Database-Agnostic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Database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Works with any SQL or NoSQL DB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72000" y="3200400"/>
            <a:ext cx="3931920" cy="1645920"/>
          </a:xfrm>
          <a:prstGeom prst="round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383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OWASP Top 10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46320" y="3566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Security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46320" y="39776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Compliance with industry standards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Security First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256032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End-to-End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Encryption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242316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All data encrypted in transit and at rest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468880" y="1280160"/>
            <a:ext cx="1828800" cy="256032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Role-Based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Access Control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06040" y="242316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Granular permissions for each stakeholder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480560" y="1280160"/>
            <a:ext cx="1828800" cy="256032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Complete Audit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Logging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17720" y="242316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Immutable record of all access and changes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492240" y="1280160"/>
            <a:ext cx="1828800" cy="256032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Zero-Trust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Architecture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29400" y="242316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Verify every request, assume no trust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Implementation Roadmap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286000" cy="292608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Phase 1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Months 1-3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Core platform development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Database setup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API architecture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200400" y="1280160"/>
            <a:ext cx="2286000" cy="2926080"/>
          </a:xfrm>
          <a:prstGeom prst="round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Phase 2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3756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Months 4-6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Stakeholder integrations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NIMC/NIBSS/Bank APIs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Testing &amp; QA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760720" y="1280160"/>
            <a:ext cx="2286000" cy="2926080"/>
          </a:xfrm>
          <a:prstGeom prst="round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9788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Phase 3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9788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Months 7-12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43600" y="2286000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Nationwide rollout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Operations training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Support &amp; monitoring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926080" y="2880360"/>
            <a:ext cx="2834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Market Opportunity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1645920" cy="164592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220M+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Mobile Subscribers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1645920" cy="164592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4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00400" y="2423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Major Telecom Operators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0" y="1463040"/>
            <a:ext cx="1645920" cy="164592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0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25+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86400" y="2423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Commercial Banks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498080" y="1463040"/>
            <a:ext cx="1645920" cy="1645920"/>
          </a:xfrm>
          <a:prstGeom prst="round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0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1B+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98080" y="2423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Digital Transactions/Year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Nigeria's digital identity ecosystem is rapidly expanding with opportunities for secure, automated infrastructure solutions.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Budget Summary (₦ Millions)</a:t>
            </a:r>
            <a:endParaRPr lang="en-US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22860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Amount (₦M)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Development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Infrastructure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Integration &amp; Testing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Operations (Year 1)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485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371600" y="1371600"/>
            <a:ext cx="64008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2"/>
          <p:cNvSpPr/>
          <p:nvPr/>
        </p:nvSpPr>
        <p:spPr>
          <a:xfrm>
            <a:off x="1371600" y="3520440"/>
            <a:ext cx="64008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Investment enables full platform development, deployment, and first-year operations across Nigeria.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Expected Outcomes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645920" cy="2011680"/>
          </a:xfrm>
          <a:prstGeom prst="round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99%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68680" y="2514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Identity Conflict Resolution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926080" y="1463040"/>
            <a:ext cx="1645920" cy="2011680"/>
          </a:xfrm>
          <a:prstGeom prst="round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70%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63240" y="2514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Fraud Reduction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120640" y="1463040"/>
            <a:ext cx="1645920" cy="2011680"/>
          </a:xfrm>
          <a:prstGeom prst="round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15M+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57800" y="2514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Citizens Protected Annually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315200" y="1463040"/>
            <a:ext cx="1645920" cy="2011680"/>
          </a:xfrm>
          <a:prstGeom prst="round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52360" y="2514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Real-time Sync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Reconix delivers measurable impact on identity security, fraud prevention, and financial system integrity.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Partner With Us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Let's secure Nigeria's digital identity together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828800" y="3474720"/>
            <a:ext cx="5486400" cy="13716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03120" y="36118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Contact Information</a:t>
            </a:r>
            <a:endParaRPr lang="en-US" dirty="0"/>
          </a:p>
          <a:p>
            <a:pPr algn="ctr" indent="0" marL="0">
              <a:buNone/>
            </a:pP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Email: info@reconix.ng | Phone: +234 (0) 800 RECONIX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Website: www.reconix.ng | LinkedIn: @ReconixNG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2026-03-22T23:10:19Z</dcterms:created>
  <dcterms:modified xsi:type="dcterms:W3CDTF">2026-03-22T23:10:19Z</dcterms:modified>
</cp:coreProperties>
</file>